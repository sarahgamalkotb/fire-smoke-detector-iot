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4" d="100"/>
          <a:sy n="124" d="100"/>
        </p:scale>
        <p:origin x="-95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154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910717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823526"/>
            <a:ext cx="9144000" cy="1532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350" b="1" kern="0" spc="3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SMART IOT FIRE &amp; SMOKE DETECTION SYSTEM</a:t>
            </a:r>
            <a:endParaRPr lang="en-US" sz="4350" dirty="0"/>
          </a:p>
        </p:txBody>
      </p:sp>
      <p:sp>
        <p:nvSpPr>
          <p:cNvPr id="5" name="Text 1"/>
          <p:cNvSpPr/>
          <p:nvPr/>
        </p:nvSpPr>
        <p:spPr>
          <a:xfrm>
            <a:off x="0" y="3498735"/>
            <a:ext cx="9144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Early Warning &amp; Automated Mitigation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0" y="3989868"/>
            <a:ext cx="9144000" cy="28575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</a:rPr>
              <a:t>Supervisor: Eng. Rahma  Khaled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INTRODUCTION &amp; PROBLEM STATEMENT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407961"/>
            <a:ext cx="4000500" cy="28003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646383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7263" y="1622273"/>
            <a:ext cx="1376958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2938" y="2027681"/>
            <a:ext cx="3571875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and smoke accidents pose significant risks to lives and property.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42938" y="2630602"/>
            <a:ext cx="3571875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detection often leads to catastrophic consequences.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42938" y="3233524"/>
            <a:ext cx="3571875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alarms lack remote monitoring and automated ventilation.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714875" y="1407961"/>
            <a:ext cx="4000500" cy="28003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642938" y="2027681"/>
            <a:ext cx="7858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42938" y="2630602"/>
            <a:ext cx="7858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2938" y="3233524"/>
            <a:ext cx="7858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646383"/>
            <a:ext cx="17145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86363" y="1622273"/>
            <a:ext cx="1360884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E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929188" y="2027681"/>
            <a:ext cx="3571875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integrated IoT system for early warning and mitigation.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929188" y="2630602"/>
            <a:ext cx="3571875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sensor fusion using ESP32 and multi-point sensing.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929188" y="3233524"/>
            <a:ext cx="3571875" cy="5029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response including fans, buzzers, and web alerts.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929188" y="2027681"/>
            <a:ext cx="7858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929188" y="2630602"/>
            <a:ext cx="7858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929188" y="3233524"/>
            <a:ext cx="78581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429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8937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ARCHITECTURE OVERVIEW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546036" y="1315092"/>
            <a:ext cx="6051900" cy="2412802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055" y="1400817"/>
            <a:ext cx="5751863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3770756"/>
            <a:ext cx="25336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71500" y="3997207"/>
            <a:ext cx="21199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gather environmental data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71500" y="4177224"/>
            <a:ext cx="23949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(flame, gas, temperature) and send it to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71500" y="4357241"/>
            <a:ext cx="6661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ESP32.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305156" y="3770756"/>
            <a:ext cx="253365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Processing Layer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305156" y="3997207"/>
            <a:ext cx="21288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analyzes sensor fusion data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305156" y="4177224"/>
            <a:ext cx="2328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safety thresholds to determine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305156" y="4357241"/>
            <a:ext cx="8072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state.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038841" y="3770756"/>
            <a:ext cx="25336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Output Layer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038841" y="3997207"/>
            <a:ext cx="2287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triggers activate actuators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038841" y="4177224"/>
            <a:ext cx="25092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update the real-time web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HARDWARE COMPONENTS &amp; DESIGN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422248"/>
            <a:ext cx="3914775" cy="7125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628650" y="2127693"/>
            <a:ext cx="3914775" cy="714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1702640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493686"/>
            <a:ext cx="317896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Control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43000" y="1697282"/>
            <a:ext cx="317896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ESP32 DevKit V1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43000" y="1900879"/>
            <a:ext cx="317896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Dual-core CPU, Wi-Fi stack, and GPIO management.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714875" y="1422248"/>
            <a:ext cx="3914775" cy="7125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7"/>
          <p:cNvSpPr/>
          <p:nvPr/>
        </p:nvSpPr>
        <p:spPr>
          <a:xfrm>
            <a:off x="4714875" y="2127693"/>
            <a:ext cx="3914775" cy="714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686" y="1702640"/>
            <a:ext cx="125016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29225" y="1493686"/>
            <a:ext cx="265211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Sensing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229225" y="1697282"/>
            <a:ext cx="265211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Flame Sensors (x5)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229225" y="1900879"/>
            <a:ext cx="265211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IR-based detection for 360° fire monitoring.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28650" y="2213418"/>
            <a:ext cx="3914775" cy="7125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628650" y="2918864"/>
            <a:ext cx="3914775" cy="714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672" y="2493811"/>
            <a:ext cx="178594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2284856"/>
            <a:ext cx="31575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Sensing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143000" y="2488453"/>
            <a:ext cx="31575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MQ-2 Gas Sensor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143000" y="2692050"/>
            <a:ext cx="315753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Analog detection of smoke and LPG concentrations.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714875" y="2213418"/>
            <a:ext cx="3914775" cy="7125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4714875" y="2918864"/>
            <a:ext cx="3914775" cy="714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4545" y="2493811"/>
            <a:ext cx="89297" cy="1428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29225" y="2284856"/>
            <a:ext cx="24217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Sensing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229225" y="2488453"/>
            <a:ext cx="242173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DS18B20 Sensor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229225" y="2692050"/>
            <a:ext cx="24217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OneWire digital temperature monitoring.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28650" y="3004589"/>
            <a:ext cx="3914775" cy="7125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628650" y="3710034"/>
            <a:ext cx="3914775" cy="714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531" y="3284981"/>
            <a:ext cx="142875" cy="14287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43000" y="3076026"/>
            <a:ext cx="297001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Actuation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143000" y="3279623"/>
            <a:ext cx="297001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DC Fan &amp; L298N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143000" y="3483220"/>
            <a:ext cx="297001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PWM-controlled ventilation for smoke extraction.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714875" y="3004589"/>
            <a:ext cx="3914775" cy="7125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27"/>
          <p:cNvSpPr/>
          <p:nvPr/>
        </p:nvSpPr>
        <p:spPr>
          <a:xfrm>
            <a:off x="4714875" y="3710034"/>
            <a:ext cx="3914775" cy="7144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8827" y="3284981"/>
            <a:ext cx="160734" cy="14287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29225" y="3076026"/>
            <a:ext cx="268783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5229225" y="3279623"/>
            <a:ext cx="268783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LCD 16x2 I2C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229225" y="3483220"/>
            <a:ext cx="268783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local data visualization and status.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LOGIC &amp; WORKFLOW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379386"/>
            <a:ext cx="3714750" cy="267176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725" y="1422248"/>
            <a:ext cx="1798551" cy="2571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57675" y="1379386"/>
            <a:ext cx="1357759" cy="276820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00F2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SYSTEM STATE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615434" y="1379386"/>
            <a:ext cx="3099941" cy="276820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00F2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CONDITION &amp; RESPONSE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257675" y="1656206"/>
            <a:ext cx="1357759" cy="485049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SAFE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622578" y="1731215"/>
            <a:ext cx="16162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fire or smoke detected.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622578" y="1925520"/>
            <a:ext cx="21538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 Green LED ON | Fan OFF | Buzzer OFF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257675" y="2141255"/>
            <a:ext cx="1357759" cy="481478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FFD6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WARNING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622578" y="2212693"/>
            <a:ext cx="19020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Low-level gas/smoke detected.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622578" y="2406997"/>
            <a:ext cx="244852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 Red LED ON | Fan LOW Speed | Buzzer OFF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257675" y="2622733"/>
            <a:ext cx="1357759" cy="481478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FF3D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DANGER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622578" y="2694170"/>
            <a:ext cx="2214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 or high smoke density detected.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622578" y="2888475"/>
            <a:ext cx="239851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 Red LED ON | Fan MAX Speed | Buzzer ON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257675" y="3107782"/>
            <a:ext cx="4457700" cy="571500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ESP32 executes this logic loop every 50ms, ensuring near-instantaneous response to environmental changes. Data is simultaneously pushed to the web dashboard via JSON.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WEB MONITORING DASHBOARD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56" y="1386529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9289" y="1550836"/>
            <a:ext cx="3981273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Real-Time Updates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19289" y="1834800"/>
            <a:ext cx="398127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fetching updates sensors every 2s without reload.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63" y="2313431"/>
            <a:ext cx="1714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2925" y="2477737"/>
            <a:ext cx="3932634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Responsive Interface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42925" y="2761701"/>
            <a:ext cx="393263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Mobile-first layout supports phones, tablets and desktops.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061739"/>
            <a:ext cx="28575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2925" y="3226045"/>
            <a:ext cx="3957638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Cloud Ready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542925" y="3510009"/>
            <a:ext cx="39576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Exposes a compact JSON endpoint for easy IoT integration.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4643438" y="1350811"/>
            <a:ext cx="4271963" cy="887220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8"/>
          <p:cNvSpPr/>
          <p:nvPr/>
        </p:nvSpPr>
        <p:spPr>
          <a:xfrm>
            <a:off x="4757738" y="1265086"/>
            <a:ext cx="1239441" cy="178594"/>
          </a:xfrm>
          <a:prstGeom prst="rect">
            <a:avLst/>
          </a:prstGeom>
          <a:solidFill>
            <a:srgbClr val="0A0A0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9"/>
          <p:cNvSpPr/>
          <p:nvPr/>
        </p:nvSpPr>
        <p:spPr>
          <a:xfrm>
            <a:off x="4757738" y="1265086"/>
            <a:ext cx="1239441" cy="17859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3D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JSON DATA ENDPOINT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4743450" y="1436536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897041" y="1436536"/>
            <a:ext cx="46077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"fire"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5357813" y="1436536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511403" y="1436536"/>
            <a:ext cx="3071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D6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true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818584" y="1436536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5972175" y="1436536"/>
            <a:ext cx="6143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"gasVal"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6586538" y="1436536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740128" y="1436536"/>
            <a:ext cx="3071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D6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2450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047309" y="1436536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200900" y="1436536"/>
            <a:ext cx="46077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"temp"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661672" y="1436536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815263" y="1436536"/>
            <a:ext cx="3071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D6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28.5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8122444" y="1436536"/>
            <a:ext cx="7679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743450" y="1604414"/>
            <a:ext cx="53756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"motor"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281017" y="1604414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5434608" y="1604414"/>
            <a:ext cx="23038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D6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255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664994" y="1604414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818584" y="1604414"/>
            <a:ext cx="6143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"danger"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432947" y="1604414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586538" y="1604414"/>
            <a:ext cx="3071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D6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true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6893719" y="1604414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7047309" y="1604414"/>
            <a:ext cx="6143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"status"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7661672" y="1604414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: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7815263" y="1604414"/>
            <a:ext cx="614363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D60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"ACTIVE"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8429625" y="1604414"/>
            <a:ext cx="15359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4743450" y="1829442"/>
            <a:ext cx="4071938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Color-coded alerts: Green = safe, Red = emergency for immediate recognition.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TESTING SCENARIOS &amp; RESULTS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293661"/>
            <a:ext cx="8001000" cy="119479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28650" y="1293661"/>
            <a:ext cx="1818726" cy="303609"/>
          </a:xfrm>
          <a:prstGeom prst="rect">
            <a:avLst/>
          </a:prstGeom>
          <a:noFill/>
          <a:ln/>
        </p:spPr>
        <p:txBody>
          <a:bodyPr wrap="square" lIns="170053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TEST SCENARIO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447376" y="1293661"/>
            <a:ext cx="5231318" cy="303609"/>
          </a:xfrm>
          <a:prstGeom prst="rect">
            <a:avLst/>
          </a:prstGeom>
          <a:noFill/>
          <a:ln/>
        </p:spPr>
        <p:txBody>
          <a:bodyPr wrap="square" lIns="170053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RESPONSE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78694" y="1293661"/>
            <a:ext cx="950956" cy="303609"/>
          </a:xfrm>
          <a:prstGeom prst="rect">
            <a:avLst/>
          </a:prstGeom>
          <a:noFill/>
          <a:ln/>
        </p:spPr>
        <p:txBody>
          <a:bodyPr wrap="none" lIns="170053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STATUS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8650" y="1597270"/>
            <a:ext cx="1818726" cy="298252"/>
          </a:xfrm>
          <a:prstGeom prst="rect">
            <a:avLst/>
          </a:prstGeom>
          <a:noFill/>
          <a:ln/>
        </p:spPr>
        <p:txBody>
          <a:bodyPr wrap="square" lIns="170053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Fire or Smoke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47376" y="1597270"/>
            <a:ext cx="5231318" cy="298252"/>
          </a:xfrm>
          <a:prstGeom prst="rect">
            <a:avLst/>
          </a:prstGeom>
          <a:noFill/>
          <a:ln/>
        </p:spPr>
        <p:txBody>
          <a:bodyPr wrap="square" lIns="170053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state maintained; Green LED active.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69" y="1675851"/>
            <a:ext cx="142875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64444" y="1661564"/>
            <a:ext cx="4018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28650" y="1895522"/>
            <a:ext cx="1818726" cy="294680"/>
          </a:xfrm>
          <a:prstGeom prst="rect">
            <a:avLst/>
          </a:prstGeom>
          <a:noFill/>
          <a:ln/>
        </p:spPr>
        <p:txBody>
          <a:bodyPr wrap="square" lIns="170053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Smoke Detected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447376" y="1895522"/>
            <a:ext cx="5231318" cy="294680"/>
          </a:xfrm>
          <a:prstGeom prst="rect">
            <a:avLst/>
          </a:prstGeom>
          <a:noFill/>
          <a:ln/>
        </p:spPr>
        <p:txBody>
          <a:bodyPr wrap="square" lIns="170053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 activated (Low); Red LED active; Warning on Web.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1569" y="1970531"/>
            <a:ext cx="142875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64444" y="1956243"/>
            <a:ext cx="4018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28650" y="2190201"/>
            <a:ext cx="1818726" cy="294680"/>
          </a:xfrm>
          <a:prstGeom prst="rect">
            <a:avLst/>
          </a:prstGeom>
          <a:noFill/>
          <a:ln/>
        </p:spPr>
        <p:txBody>
          <a:bodyPr wrap="square" lIns="170053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E67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Fire Detected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447376" y="2190201"/>
            <a:ext cx="5231318" cy="294680"/>
          </a:xfrm>
          <a:prstGeom prst="rect">
            <a:avLst/>
          </a:prstGeom>
          <a:noFill/>
          <a:ln/>
        </p:spPr>
        <p:txBody>
          <a:bodyPr wrap="square" lIns="170053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Fan at MAX; Buzzer active; Danger alert on Web.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569" y="2265211"/>
            <a:ext cx="1428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64444" y="2250923"/>
            <a:ext cx="4018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2574178"/>
            <a:ext cx="96441" cy="1428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2241" y="2574178"/>
            <a:ext cx="3643313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Instant Response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Flame sensors responded immediately.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1278" y="2574178"/>
            <a:ext cx="160734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729163" y="2574178"/>
            <a:ext cx="3243263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Reliable Connectivity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Dashboard kept stable sync.</a:t>
            </a:r>
            <a:endParaRPr lang="en-US" sz="9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8150" y="2574178"/>
            <a:ext cx="128588" cy="1428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243888" y="2574178"/>
            <a:ext cx="3880842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Sensor Accuracy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MQ-2 &amp; DS18B20 consistent across cycles.</a:t>
            </a:r>
            <a:endParaRPr lang="en-US" sz="9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10455" y="2574178"/>
            <a:ext cx="128588" cy="1428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2396192" y="2574178"/>
            <a:ext cx="4004072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b="1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Fail-Safe Operation</a:t>
            </a: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System returned to safe state post-hazard.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706087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 &amp; FUTURE SCOPE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" y="1517796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5806" y="1486542"/>
            <a:ext cx="188416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E67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Summary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421481" y="1906237"/>
            <a:ext cx="4029075" cy="47148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developed a </a:t>
            </a: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responsive IoT safety system</a:t>
            </a: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the ESP32 platform.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21481" y="2492025"/>
            <a:ext cx="4029075" cy="47148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</a:t>
            </a: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multi-sensor fusion</a:t>
            </a: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reliable fire, smoke, and temperature monitoring.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21481" y="3077812"/>
            <a:ext cx="4029075" cy="47148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</a:t>
            </a: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automated mitigation</a:t>
            </a: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ventilation fans and audible alarms.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21481" y="3663600"/>
            <a:ext cx="4029075" cy="47148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a </a:t>
            </a: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real-time web dashboard</a:t>
            </a: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remote monitoring and data access.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21481" y="1906237"/>
            <a:ext cx="785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21481" y="2492025"/>
            <a:ext cx="785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21481" y="3077812"/>
            <a:ext cx="785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21481" y="3663600"/>
            <a:ext cx="785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1517796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93481" y="1486542"/>
            <a:ext cx="242173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FF3D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679156" y="1906237"/>
            <a:ext cx="4029075" cy="47148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Cloud Integration</a:t>
            </a: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Implement Firebase or AWS IoT for long-term data logging and analytics.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679156" y="2492025"/>
            <a:ext cx="4029075" cy="47148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Mobile Alerts</a:t>
            </a: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Add push notifications via Blynk or IFTTT for instant emergency updates.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679156" y="3077812"/>
            <a:ext cx="4029075" cy="47148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Active Suppression</a:t>
            </a: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Integrate a relay-controlled water pump or CO2 release system.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679156" y="3663600"/>
            <a:ext cx="4029075" cy="471488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Diagnostics</a:t>
            </a:r>
            <a:r>
              <a:rPr lang="en-US" sz="11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Use machine learning to predict fire risks based on historical sensor data.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679156" y="1906237"/>
            <a:ext cx="785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679156" y="2492025"/>
            <a:ext cx="785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679156" y="3077812"/>
            <a:ext cx="785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679156" y="3663600"/>
            <a:ext cx="7858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▹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23367" y="1883494"/>
            <a:ext cx="6697266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950" b="1" kern="0" spc="6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1223367" y="2830041"/>
            <a:ext cx="6697266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dirty="0">
                <a:solidFill>
                  <a:srgbClr val="00E67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Any Questions?</a:t>
            </a:r>
            <a:endParaRPr lang="en-US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3547095"/>
            <a:ext cx="139303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48395" y="3531915"/>
            <a:ext cx="5250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GitHub: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973461" y="3531915"/>
            <a:ext cx="1351956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https://github.com/SarahGamalKotb/Fire-Smoke-Detector-IOT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863" y="3547095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00463" y="3531915"/>
            <a:ext cx="63222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Portfolio: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372649" y="3531915"/>
            <a:ext cx="109164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http://10.250.7.121/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9984" y="3547095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18584" y="3531915"/>
            <a:ext cx="4179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Email: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322219" y="3531915"/>
            <a:ext cx="1598414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sarakotp44@gmail.com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648</Words>
  <Application>Microsoft Office PowerPoint</Application>
  <PresentationFormat>On-screen Show (16:9)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Fira Code</vt:lpstr>
      <vt:lpstr>Inter</vt:lpstr>
      <vt:lpstr>Inter SemiBold</vt:lpstr>
      <vt:lpstr>Space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 Gamal Mohamed Afifi Mohamed Qotb</cp:lastModifiedBy>
  <cp:revision>2</cp:revision>
  <dcterms:created xsi:type="dcterms:W3CDTF">2026-05-16T14:50:01Z</dcterms:created>
  <dcterms:modified xsi:type="dcterms:W3CDTF">2026-05-16T15:24:55Z</dcterms:modified>
</cp:coreProperties>
</file>